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TH Sarabun New"/>
              </a:rPr>
              <a:t>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TH Sarabun New"/>
              </a:rPr>
              <a:t>เริ่มโครงการและวางฐาน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7D2FE"/>
                </a:solidFill>
                <a:latin typeface="TH Sarabun New"/>
              </a:rPr>
              <a:t>จากระบบ Monolithic → โครงสร้าง OOP ที่ทดสอบได้และปลอดภัยขึ้น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15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Story Points ปิดครบ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5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SPM-6 ถึง SPM-10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5/5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PyTest ผ่าน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8C4E4"/>
                </a:solidFill>
                <a:latin typeface="TH Sarabun New"/>
              </a:rPr>
              <a:t>Phase 1 · W1–W4 · Jira Sprint ID 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5989320"/>
            <a:ext cx="5760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8393B6"/>
                </a:solidFill>
                <a:latin typeface="TH Sarabun New"/>
              </a:rPr>
              <a:t>Software Project Management · ข้อมูลสมมติเพื่อการเรียน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TH Sarabun New"/>
              </a:rPr>
              <a:t>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ภาพรวมสปรินต์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ตั้งกฎบัตร เข้าใจระบบเดิม ออกแบบพิมพ์เขียว และ refactor พร้อม automated test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W1–W4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ช่วงงาน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78308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15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ปิดครบ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78308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Issues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7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08007" y="178308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Tests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ทีมและความรับผิดชอบ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84448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657600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ภานุวัฒน์ ต๋าคำ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895344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563EB"/>
                </a:solidFill>
                <a:latin typeface="TH Sarabun New"/>
              </a:rPr>
              <a:t>PM /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65760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บริหารภาพรวม พัฒนา และจัดการหลักฐานโครงการ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370832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443984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เอกพันธ์ ทศทิศรังสรรค์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681728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563EB"/>
                </a:solidFill>
                <a:latin typeface="TH Sarabun New"/>
              </a:rPr>
              <a:t>QA / Tester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44398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ออกแบบและยืนยันผลทดสอบ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157216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230368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ณฐภาพ สายหล้า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5468112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563EB"/>
                </a:solidFill>
                <a:latin typeface="TH Sarabun New"/>
              </a:rPr>
              <a:t>Tech Lead / Architect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230368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ออกแบบสถาปัตยกรรมและตรวจคุณภาพ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เป้าหมายหลัก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47872"/>
            <a:ext cx="512064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กำหนด Project Charter / Scope และความเสี่ยง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วิเคราะห์ DFD, hotspot และ static quality ของระบบเดิม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ออกแบบ blueprint สำหรับ OOP + Member/Discount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ลงมือ refactor, validation, atomic save และ PyTest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Phase1/Sprint1/sprint1.md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TH Sarabun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TH Sarabun New"/>
              </a:rPr>
              <a:t>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เส้นทาง W1–W4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งานจากการตั้งต้นโครงการไปจนถึงโค้ด refactor ที่ทดสอบซ้ำได้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2926080"/>
            <a:ext cx="10241280" cy="0"/>
          </a:xfrm>
          <a:prstGeom prst="line">
            <a:avLst/>
          </a:prstGeom>
          <a:ln w="38100">
            <a:solidFill>
              <a:srgbClr val="B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13816" y="2779776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TH Sarabun New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8287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ตั้งต้น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7432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Charter · Scope · ระบบเดิม 5 เมนู · ความเสี่ยง</a:t>
            </a:r>
          </a:p>
        </p:txBody>
      </p:sp>
      <p:sp>
        <p:nvSpPr>
          <p:cNvPr id="11" name="Oval 10"/>
          <p:cNvSpPr/>
          <p:nvPr/>
        </p:nvSpPr>
        <p:spPr>
          <a:xfrm>
            <a:off x="4227576" y="2779776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951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TH Sarabun New"/>
              </a:rPr>
              <a:t>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วิเคราะห์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944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DFD · Hotspot · Static Analysis · Blueprint</a:t>
            </a:r>
          </a:p>
        </p:txBody>
      </p:sp>
      <p:sp>
        <p:nvSpPr>
          <p:cNvPr id="15" name="Oval 14"/>
          <p:cNvSpPr/>
          <p:nvPr/>
        </p:nvSpPr>
        <p:spPr>
          <a:xfrm>
            <a:off x="7641335" y="2779776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327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TH Sarabun New"/>
              </a:rPr>
              <a:t>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3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พัฒนา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199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OOP 3 คลาส · Validation · Atomic Save · DoD/RACI</a:t>
            </a:r>
          </a:p>
        </p:txBody>
      </p:sp>
      <p:sp>
        <p:nvSpPr>
          <p:cNvPr id="19" name="Oval 18"/>
          <p:cNvSpPr/>
          <p:nvPr/>
        </p:nvSpPr>
        <p:spPr>
          <a:xfrm>
            <a:off x="11055096" y="2779776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TH Sarabun New"/>
              </a:rPr>
              <a:t>W4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ยืนยันผล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ปรับโค้ดรอบสุดท้าย · PyTest 5 เคสผ่าน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Phase1/Sprint1/sprint1.md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TH Sarabun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TH Sarabun New"/>
              </a:rPr>
              <a:t>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ก่อนและหลังการ Refactor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21792" y="1828800"/>
            <a:ext cx="5166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166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TH Sarabun New"/>
              </a:rPr>
              <a:t>As-Is: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02996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5803D"/>
                </a:solidFill>
                <a:latin typeface="TH Sarabun New"/>
              </a:rPr>
              <a:t>Sprint 1 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452628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Monolithic + global state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JSON เขียนทับตรง เสี่ยงข้อมูลเสีย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ไม่มี validation ค่าติดลบ/ชนิดข้อมูล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main() ซับซ้อน: CC =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78608"/>
            <a:ext cx="452628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Product / InventoryManager / InventoryCLI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Atomic write: temp + os.replace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Validator แยกตามช่อง + กัน ValueError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Business Logic แยกจาก 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7568" y="3246120"/>
            <a:ext cx="804672" cy="65836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3319272"/>
            <a:ext cx="768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H Sarabun New"/>
              </a:rPr>
              <a:t>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Phase1/Sprint1/sprint1.md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TH Sarabun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TH Sarabun New"/>
              </a:rPr>
              <a:t>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Baseline คุณภาพโค้ด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ค่าก่อนปรับใช้เป็นฐานเปรียบเทียบ — ไม่อ้างเป็นค่าหลังปรับ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Lines of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7.10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Pylint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Cyclomatic Complexity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59" y="1828800"/>
            <a:ext cx="91440" cy="1078992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TH Sarabun New"/>
              </a:rP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Branches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18688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736"/>
                </a:solidFill>
                <a:latin typeface="TH Sarabun New"/>
              </a:rPr>
              <a:t>อ่านค่าร่วมกัน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58768"/>
            <a:ext cx="1024128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main() มี statements 55 (&gt;50) และ branch 17 (&gt;12)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หลัง refactor โครงสร้างดีขึ้นและเทสต์ผ่าน แต่ Sprint 1 ไม่ได้วัด Pylint/CC ซ้ำ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เกณฑ์เป้าหมายในแผนถัดไป: ลดความซับซ้อนและแยกหน้าที่ให้ชัด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Phase1/Sprint1/sprint1.md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TH Sarabun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TH Sarabun New"/>
              </a:rPr>
              <a:t>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ผลทดสอบและ EVM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ยืนยันทั้งด้านเทคนิคและภาพการบริหารรอบแรก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5/5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PyTest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PV (THB)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3,000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EV (THB)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59" y="182880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4,200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AC (THB)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18688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736"/>
                </a:solidFill>
                <a:latin typeface="TH Sarabun New"/>
              </a:rPr>
              <a:t>อ่านค่าร่วมกัน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58768"/>
            <a:ext cx="1024128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SV = −1,000 THB → งานช้ากว่าแผน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CV = −1,200 THB → ใช้ต้นทุนมากกว่าคุณค่าที่ได้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สาเหตุหลัก: technical debt ซ่อนใน app_v1.py และเวลาแก้ merge conflict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Phase1/Sprint1/sprint1.md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TH Sarabun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TH Sarabun New"/>
              </a:rPr>
              <a:t>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สิ่งที่เรียนรู้จาก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ฐานที่ใช้กำหนดวิธีทำงานใน Sprint ถัดไป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คุณภาพ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DoD 5 ข้อ + RACI ทำให้การส่งมอบมีเกณฑ์ตรวจที่ชัดเจน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58384" cy="1664208"/>
          </a:xfrm>
          <a:prstGeom prst="roundRect">
            <a:avLst/>
          </a:prstGeom>
          <a:solidFill>
            <a:srgbClr val="FFF1E8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91440" cy="166420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ความเสี่ยงข้อมูล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Atomic write ลดความเสี่ยง JSON พัง แต่ยังไม่มี transaction ระดับฐานข้อมูล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85032"/>
            <a:ext cx="5358384" cy="1664208"/>
          </a:xfrm>
          <a:prstGeom prst="roundRect">
            <a:avLst/>
          </a:prstGeom>
          <a:solidFill>
            <a:srgbClr val="E6F7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85032"/>
            <a:ext cx="91440" cy="166420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Backward Compatibility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รองรับคีย์เก่า n/q/p/c และค่า default เมื่อฟิลด์ขาด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85032"/>
            <a:ext cx="5358384" cy="1664208"/>
          </a:xfrm>
          <a:prstGeom prst="roundRect">
            <a:avLst/>
          </a:prstGeom>
          <a:solidFill>
            <a:srgbClr val="F3EE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685032"/>
            <a:ext cx="91440" cy="16642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งานยังไม่จบ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SQLite, Member tiers และ Checkout ยังเป็นแบบออกแบบ ต้องกลับมาทำจริง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Phase1/Sprint1/sprint1.md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TH Sarabun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TH Sarabun New"/>
              </a:rPr>
              <a:t>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Sprint Review &amp;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สิ่งที่ยืนยันได้จากหลักฐาน และสิ่งที่ส่งต่อไปยังรอบถัดไป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3493008" cy="4297680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5803D"/>
                </a:solidFill>
                <a:latin typeface="TH Sarabun New"/>
              </a:rPr>
              <a:t>ส่งมอบแล้ว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OOP 3 คลาสและ separation of concerns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Atomic save + input validation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PyTest 5 เคสพร้อม test.json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493008" cy="4297680"/>
          </a:xfrm>
          <a:prstGeom prst="roundRect">
            <a:avLst/>
          </a:prstGeom>
          <a:solidFill>
            <a:srgbClr val="FDEC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TH Sarabun New"/>
              </a:rPr>
              <a:t>ความเสี่ยง/ข้อจำกัด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JSON ยังไม่มี transaction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E501 ค้างใน snapshot ประวัติ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ไม่มี formal sponsor sign-off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493008" cy="4297680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TH Sarabun New"/>
              </a:rPr>
              <a:t>งานส่งต่อ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พัฒนา SQLite + Member + Checkout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รับ CR-01 / CR-02 และแก้ BUG-101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เตรียม UAT และ release gate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Phase1/Sprint1/sprint1.md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63EB"/>
                </a:solidFill>
                <a:latin typeface="TH Sarabun New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