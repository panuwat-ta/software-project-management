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H Sarabun New"/>
              </a:rPr>
              <a:t>วิวัฒนาการ v3.0 และโปรแกรม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TH Sarabun New"/>
              </a:rPr>
              <a:t>SQLite + Member + Checkout → GTK4 Desktop UI โดยไม่ทำ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46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Story Points ปิดครบ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21 + 25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Current + Regression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python3 program.py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4E4"/>
                </a:solidFill>
                <a:latin typeface="TH Sarabun New"/>
              </a:rPr>
              <a:t>Phase 5 · Jira Sprint ID 86 · 2 Epics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989320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8393B6"/>
                </a:solidFill>
                <a:latin typeface="TH Sarabun New"/>
              </a:rPr>
              <a:t>Software Project Management · 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ภาพรวมสปรินต์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ปิดงานออกแบบที่ค้างจาก Sprint 1 และยกระดับระบบจาก CLI เป็นโปรแกรม Desktop โดยรักษาฟีเจอร์เดิมทั้งหมด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91440" cy="10789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TH Sarabun New"/>
              </a:rPr>
              <a:t>46 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ปิดครบ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91440" cy="10789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TH Sarabun New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83080"/>
            <a:ext cx="91440" cy="10789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TH Sarabun Ne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Epics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7" y="1783080"/>
            <a:ext cx="91440" cy="10789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TH Sarabun New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Flake8/Bandit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ทีมและความรับผิดชอบ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84448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ภานุวัฒน์ ต๋าคำ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95344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C3AED"/>
                </a:solidFill>
                <a:latin typeface="TH Sarabun New"/>
              </a:rPr>
              <a:t>PM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6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Desktop UI · Migration · Checkout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70832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เอกพันธ์ ทศทิศรังสรรค์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681728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C3AED"/>
                </a:solidFill>
                <a:latin typeface="TH Sarabun New"/>
              </a:rPr>
              <a:t>QA / Tester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4398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DB/discount/injection · program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57216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30368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ณฐภาพ สายหล้า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468112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7C3AED"/>
                </a:solidFill>
                <a:latin typeface="TH Sarabun New"/>
              </a:rPr>
              <a:t>Tech Lead /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23036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Reuse domain · architecture · lint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เป้าหมายหลัก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47872"/>
            <a:ext cx="512064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ส่วน A: SQLite + Member 4 tiers + Checkout (17 SP)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ส่วน B: GTK4 Desktop Program 4 ส่วน (29 SP)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Migration ต้อง verify จำนวนและมูลค่า 100%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ไม่ให้ regression: v2.0 test suite ต้องผ่านครบ 25 เคส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สอง Track ใน Sprint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พัฒนาฐานโดเมนให้แข็งแรงก่อนต่อด้วย Desktop Presentation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2926080"/>
            <a:ext cx="10241280" cy="0"/>
          </a:xfrm>
          <a:prstGeom prst="line">
            <a:avLst/>
          </a:prstGeom>
          <a:ln w="38100">
            <a:solidFill>
              <a:srgbClr val="B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13816" y="2779776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TH Sarabun New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SQLite Singleton · Repository · Migration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227576" y="2779776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51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TH Sarabun New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Member 4 tiers · Discount · Checkout</a:t>
            </a:r>
          </a:p>
        </p:txBody>
      </p:sp>
      <p:sp>
        <p:nvSpPr>
          <p:cNvPr id="15" name="Oval 14"/>
          <p:cNvSpPr/>
          <p:nvPr/>
        </p:nvSpPr>
        <p:spPr>
          <a:xfrm>
            <a:off x="7641335" y="2779776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27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TH Sarabun New"/>
              </a:rPr>
              <a:t>B1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3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GTK4 · Dashboard · Products · Members</a:t>
            </a:r>
          </a:p>
        </p:txBody>
      </p:sp>
      <p:sp>
        <p:nvSpPr>
          <p:cNvPr id="19" name="Oval 18"/>
          <p:cNvSpPr/>
          <p:nvPr/>
        </p:nvSpPr>
        <p:spPr>
          <a:xfrm>
            <a:off x="11055096" y="2779776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TH Sarabun New"/>
              </a:rPr>
              <a:t>B2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Harden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Checkout UI · Tests · Lint · Release Candidate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สถาปัตยกรรม v3.0 + Desktop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Presentation layer ใช้ domain เดิมและไม่เก็บ SQL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74519"/>
            <a:ext cx="1965960" cy="1874519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TH Sarabun New"/>
              </a:rPr>
              <a:t>CLI /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24327"/>
            <a:ext cx="156362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Presentation\nไม่เก็บ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74519"/>
            <a:ext cx="2331720" cy="1874519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2103120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891B2"/>
                </a:solidFill>
                <a:latin typeface="TH Sarabun New"/>
              </a:rPr>
              <a:t>Checkout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624327"/>
            <a:ext cx="1929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subtotal\ndiscount\ngrand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74519"/>
            <a:ext cx="2331720" cy="1874519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103120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TH Sarabun New"/>
              </a:rPr>
              <a:t>Repository +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624327"/>
            <a:ext cx="1929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InventoryRepository\nMemberTier ×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59" y="1874519"/>
            <a:ext cx="2148840" cy="1874519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1" y="2103120"/>
            <a:ext cx="18196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803D"/>
                </a:solidFill>
                <a:latin typeface="TH Sarabun New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624327"/>
            <a:ext cx="174650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Products + Members\ncommit / 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51960"/>
            <a:ext cx="10881360" cy="1325880"/>
          </a:xfrm>
          <a:prstGeom prst="roundRect">
            <a:avLst/>
          </a:prstGeom>
          <a:solidFill>
            <a:srgbClr val="EAF2FF"/>
          </a:solidFill>
          <a:ln>
            <a:solidFill>
              <a:srgbClr val="D9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43984"/>
            <a:ext cx="10332720" cy="8961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370">
                <a:solidFill>
                  <a:srgbClr val="111827"/>
                </a:solidFill>
                <a:latin typeface="TH Sarabun New"/>
              </a:defRPr>
            </a:pPr>
            <a:r>
              <a:t>• ทุก query ใช้ parameterized placeholder · products มี CHECK กันค่าติดลบ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370">
                <a:solidFill>
                  <a:srgbClr val="111827"/>
                </a:solidFill>
                <a:latin typeface="TH Sarabun New"/>
              </a:defRPr>
            </a:pPr>
            <a:r>
              <a:t>• program.py reuse InventoryRepository / MemberManager / CheckoutService โดยไม่คัดลอก business 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Member Tier + Migration +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ฟีเจอร์ที่ปิดงานออกแบบค้างจาก Sprint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JSON → SQLite อัตโนมัติเมื่อ DB ว่าง · รองรับคีย์เก่า n/q/p/c · match count/value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4 Member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Regular 0% · Silver 5% · Gold 10% · Platinum 15% ด้วย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Desktop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Dashboard · Products · Members · Checkout รันด้วย python3 program.py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Checkout Receipt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subtotal · tier/rate · discount · grand total · remaining stock · low-stock flag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Desktop Program +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GTK4 UI reuse domain — ไม่มีการคัดลอก business logic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21/21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Main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25/25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v2 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Flake8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TH Sarabun New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Bandit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test_app.py 14 + test_program.py 7 = 21 passed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โปรแกรมเปิดจริงบน GNOME/Wayland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SQLite / Repository / Strategy / CheckoutService ชุดเดิม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UI ไม่ต้องเปิด browser หรือรัน server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Desktop Program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ยืนยันทั้ง runtime และ integration ก่อนส่งมอบ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python3 program.py เปิด GTK4 window จริงบน GNOME/Wayland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Program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7 integration tests: responsive breakpoints, seed, metrics, LOW/OK, checkout, receipt,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CLI เดิมยังอยู่ใน app.py และ regression v2.0 ผ่าน 25/25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Responsive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Desktop ≥980 · Compact 760–979 · Narrow &lt;760; form/card และ Checkout ปรับตามพื้นที่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TH Sarabun New"/>
              </a:rPr>
              <a:t>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Sprint Review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สิ่งที่ยืนยันได้จากหลักฐาน และสิ่งที่ส่งต่อไปยังรอบถัดไป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493008" cy="4297680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ส่งมอบแล้ว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v3.0 SQLite + Member + Checkout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Desktop Program GTK4 4 ส่วน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21 tests + 25 regression · lint/security clean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93008" cy="4297680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TH Sarabun New"/>
              </a:rPr>
              <a:t>ความเสี่ยง/ข้อจำกัด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ไม่มี Login / Online Payment ตาม scope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SQLite ยังเหมาะกับ local single-user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Desktop build ยังไม่ได้สร้าง release tag เพราะ working tree ยังไม่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93008" cy="4297680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TH Sarabun New"/>
              </a:rPr>
              <a:t>งานส่งต่อ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เพิ่ม tier ใหม่ได้ผ่าน Strategy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ทำ installer/executable ได้ภายหลัง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ทำคู่มือผู้ใช้และปิด UAT sign-off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Phase5/Sprint5/sprint5.md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TH Sarabun New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